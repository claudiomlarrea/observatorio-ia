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7160"/>
            <a:ext cx="960120" cy="96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201168"/>
            <a:ext cx="10241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42F23"/>
                </a:solidFill>
                <a:latin typeface="Calibri"/>
              </a:rPr>
              <a:t>Título de la ponencia</a:t>
            </a:r>
          </a:p>
          <a:p>
            <a:pPr algn="l"/>
            <a:r>
              <a:rPr sz="1400" b="0">
                <a:solidFill>
                  <a:srgbClr val="5C4F54"/>
                </a:solidFill>
                <a:latin typeface="Calibri"/>
              </a:rPr>
              <a:t>(reemplazar por el título del trabajo)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1418"/>
                </a:solidFill>
                <a:latin typeface="Calibri"/>
              </a:rPr>
              <a:t>Autores: N. Apellido¹, N. Apellido²</a:t>
            </a:r>
          </a:p>
          <a:p>
            <a:pPr algn="l"/>
            <a:r>
              <a:rPr sz="1600" b="0">
                <a:solidFill>
                  <a:srgbClr val="5C4F54"/>
                </a:solidFill>
                <a:latin typeface="Calibri"/>
              </a:rPr>
              <a:t>Unidad académica / Facultad o Instituto</a:t>
            </a:r>
          </a:p>
          <a:p>
            <a:pPr algn="l"/>
            <a:r>
              <a:rPr sz="1400" b="0">
                <a:solidFill>
                  <a:srgbClr val="5C4F54"/>
                </a:solidFill>
                <a:latin typeface="Calibri"/>
              </a:rPr>
              <a:t>correo@uccuyo.edu.ar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97680"/>
            <a:ext cx="10972800" cy="173736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34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42F23"/>
                </a:solidFill>
                <a:latin typeface="Calibri"/>
              </a:rPr>
              <a:t>Contenido de la diapositiva (editá estos puntos):</a:t>
            </a:r>
          </a:p>
          <a:p>
            <a:pPr algn="l"/>
            <a:r>
              <a:rPr sz="1400" b="0">
                <a:solidFill>
                  <a:srgbClr val="1F1418"/>
                </a:solidFill>
                <a:latin typeface="Calibri"/>
              </a:rPr>
              <a:t>• Objetivo / contexto</a:t>
            </a:r>
          </a:p>
          <a:p>
            <a:pPr algn="l"/>
            <a:r>
              <a:rPr sz="1400" b="0">
                <a:solidFill>
                  <a:srgbClr val="1F1418"/>
                </a:solidFill>
                <a:latin typeface="Calibri"/>
              </a:rPr>
              <a:t>• Método o experiencia</a:t>
            </a:r>
          </a:p>
          <a:p>
            <a:pPr algn="l"/>
            <a:r>
              <a:rPr sz="1400" b="0">
                <a:solidFill>
                  <a:srgbClr val="1F1418"/>
                </a:solidFill>
                <a:latin typeface="Calibri"/>
              </a:rPr>
              <a:t>• Resultado o mensaje clave</a:t>
            </a:r>
          </a:p>
          <a:p>
            <a:pPr algn="l"/>
            <a:r>
              <a:rPr sz="1200" b="0">
                <a:solidFill>
                  <a:srgbClr val="5C4F54"/>
                </a:solidFill>
                <a:latin typeface="Calibri"/>
              </a:rPr>
              <a:t>Máximo 6 diapositivas · Exposición hasta 10 minutos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https://claudiomlarrea.github.io/observatorio-ia/#jornadas-ia  ·  observatorioia@uccuyo.edu.ar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