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observatorio-ia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UNIVERSIDAD CATÓLICA DE CUYO · Observatorio de IA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1° Jornadas internas de Inteligencia Artificial 2026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Encuentro virtual · 6 de octubre de 2026 · 15:00 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Observatorio de IA · UCCuyo  ·  Diapositiva 1/6  ·  https://claudiomlarrea.github.io/observatorio-ia/#jornadas-ia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42F23"/>
                </a:solidFill>
                <a:latin typeface="Calibri"/>
              </a:rPr>
              <a:t>1. Portada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064240" cy="4206240"/>
          </a:xfrm>
          <a:prstGeom prst="roundRect">
            <a:avLst/>
          </a:prstGeom>
          <a:solidFill>
            <a:srgbClr val="F4F8F6"/>
          </a:solidFill>
          <a:ln w="15875">
            <a:solidFill>
              <a:srgbClr val="06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042F23"/>
                </a:solidFill>
                <a:latin typeface="Calibri"/>
              </a:rPr>
              <a:t>Título de la ponencia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C4F54"/>
                </a:solidFill>
                <a:latin typeface="Calibri"/>
              </a:rPr>
              <a:t>(hacé clic aquí y reemplazá este texto)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5C4F54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1F1418"/>
                </a:solidFill>
                <a:latin typeface="Calibri"/>
              </a:rPr>
              <a:t>Autores: N. Apellido¹, N. Apellido²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C4F54"/>
                </a:solidFill>
                <a:latin typeface="Calibri"/>
              </a:rPr>
              <a:t>Unidad académica / Facultad o Instituto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C4F54"/>
                </a:solidFill>
                <a:latin typeface="Calibri"/>
              </a:rPr>
              <a:t>correo@uccuyo.edu.ar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5C4F54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C4F54"/>
                </a:solidFill>
                <a:latin typeface="Calibri"/>
              </a:rPr>
              <a:t>Cómo usar esta plantilla: hay 6 diapositivas editables. Hacé clic en cada texto para modificarlo. Duplicá diapositivas solo si hace falta (máximo 6 en total).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observatorio-ia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UNIVERSIDAD CATÓLICA DE CUYO · Observatorio de IA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1° Jornadas internas de Inteligencia Artificial 2026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Encuentro virtual · 6 de octubre de 2026 · 15:00 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Observatorio de IA · UCCuyo  ·  Diapositiva 2/6  ·  https://claudiomlarrea.github.io/observatorio-ia/#jornadas-ia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42F23"/>
                </a:solidFill>
                <a:latin typeface="Calibri"/>
              </a:rPr>
              <a:t>2. Objetivo / contexto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064240" cy="4206240"/>
          </a:xfrm>
          <a:prstGeom prst="roundRect">
            <a:avLst/>
          </a:prstGeom>
          <a:solidFill>
            <a:srgbClr val="F4F8F6"/>
          </a:solidFill>
          <a:ln w="15875">
            <a:solidFill>
              <a:srgbClr val="06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42F23"/>
                </a:solidFill>
                <a:latin typeface="Calibri"/>
              </a:rPr>
              <a:t>¿Qué problema o pregunta aborda el trabajo?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1418"/>
                </a:solidFill>
                <a:latin typeface="Calibri"/>
              </a:rPr>
              <a:t>• Escribí aquí el objetivo general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1418"/>
                </a:solidFill>
                <a:latin typeface="Calibri"/>
              </a:rPr>
              <a:t>• Contexto institucional o del área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1418"/>
                </a:solidFill>
                <a:latin typeface="Calibri"/>
              </a:rPr>
              <a:t>• Por qué importa para la UCCuyo / la región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observatorio-ia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UNIVERSIDAD CATÓLICA DE CUYO · Observatorio de IA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1° Jornadas internas de Inteligencia Artificial 2026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Encuentro virtual · 6 de octubre de 2026 · 15:00 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Observatorio de IA · UCCuyo  ·  Diapositiva 3/6  ·  https://claudiomlarrea.github.io/observatorio-ia/#jornadas-ia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42F23"/>
                </a:solidFill>
                <a:latin typeface="Calibri"/>
              </a:rPr>
              <a:t>3. Método o experiencia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064240" cy="4206240"/>
          </a:xfrm>
          <a:prstGeom prst="roundRect">
            <a:avLst/>
          </a:prstGeom>
          <a:solidFill>
            <a:srgbClr val="F4F8F6"/>
          </a:solidFill>
          <a:ln w="15875">
            <a:solidFill>
              <a:srgbClr val="06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42F23"/>
                </a:solidFill>
                <a:latin typeface="Calibri"/>
              </a:rPr>
              <a:t>¿Cómo se hizo?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1418"/>
                </a:solidFill>
                <a:latin typeface="Calibri"/>
              </a:rPr>
              <a:t>• Enfoque o diseño (docencia, investigación, gestión…)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1418"/>
                </a:solidFill>
                <a:latin typeface="Calibri"/>
              </a:rPr>
              <a:t>• Herramientas / datos / participantes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1418"/>
                </a:solidFill>
                <a:latin typeface="Calibri"/>
              </a:rPr>
              <a:t>• Pasos principales de la experiencia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observatorio-ia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UNIVERSIDAD CATÓLICA DE CUYO · Observatorio de IA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1° Jornadas internas de Inteligencia Artificial 2026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Encuentro virtual · 6 de octubre de 2026 · 15:00 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Observatorio de IA · UCCuyo  ·  Diapositiva 4/6  ·  https://claudiomlarrea.github.io/observatorio-ia/#jornadas-ia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42F23"/>
                </a:solidFill>
                <a:latin typeface="Calibri"/>
              </a:rPr>
              <a:t>4. Resultados / hallazgos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064240" cy="4206240"/>
          </a:xfrm>
          <a:prstGeom prst="roundRect">
            <a:avLst/>
          </a:prstGeom>
          <a:solidFill>
            <a:srgbClr val="F4F8F6"/>
          </a:solidFill>
          <a:ln w="15875">
            <a:solidFill>
              <a:srgbClr val="06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42F23"/>
                </a:solidFill>
                <a:latin typeface="Calibri"/>
              </a:rPr>
              <a:t>¿Qué se obtuvo?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1418"/>
                </a:solidFill>
                <a:latin typeface="Calibri"/>
              </a:rPr>
              <a:t>• Hallazgo principal 1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1418"/>
                </a:solidFill>
                <a:latin typeface="Calibri"/>
              </a:rPr>
              <a:t>• Hallazgo principal 2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1418"/>
                </a:solidFill>
                <a:latin typeface="Calibri"/>
              </a:rPr>
              <a:t>• Dato o ejemplo concreto (sin saturar la diapositiva)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observatorio-ia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UNIVERSIDAD CATÓLICA DE CUYO · Observatorio de IA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1° Jornadas internas de Inteligencia Artificial 2026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Encuentro virtual · 6 de octubre de 2026 · 15:00 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Observatorio de IA · UCCuyo  ·  Diapositiva 5/6  ·  https://claudiomlarrea.github.io/observatorio-ia/#jornadas-ia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42F23"/>
                </a:solidFill>
                <a:latin typeface="Calibri"/>
              </a:rPr>
              <a:t>5. Conclusiones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064240" cy="4206240"/>
          </a:xfrm>
          <a:prstGeom prst="roundRect">
            <a:avLst/>
          </a:prstGeom>
          <a:solidFill>
            <a:srgbClr val="F4F8F6"/>
          </a:solidFill>
          <a:ln w="15875">
            <a:solidFill>
              <a:srgbClr val="06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42F23"/>
                </a:solidFill>
                <a:latin typeface="Calibri"/>
              </a:rPr>
              <a:t>Mensajes clave para llevarse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1418"/>
                </a:solidFill>
                <a:latin typeface="Calibri"/>
              </a:rPr>
              <a:t>• Conclusión 1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1418"/>
                </a:solidFill>
                <a:latin typeface="Calibri"/>
              </a:rPr>
              <a:t>• Conclusión 2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1418"/>
                </a:solidFill>
                <a:latin typeface="Calibri"/>
              </a:rPr>
              <a:t>• Implicancias o próximos pasos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observatorio-ia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UNIVERSIDAD CATÓLICA DE CUYO · Observatorio de IA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1° Jornadas internas de Inteligencia Artificial 2026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Encuentro virtual · 6 de octubre de 2026 · 15:00 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Observatorio de IA · UCCuyo  ·  Diapositiva 6/6  ·  https://claudiomlarrea.github.io/observatorio-ia/#jornadas-ia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42F23"/>
                </a:solidFill>
                <a:latin typeface="Calibri"/>
              </a:rPr>
              <a:t>6. Cierre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064240" cy="4206240"/>
          </a:xfrm>
          <a:prstGeom prst="roundRect">
            <a:avLst/>
          </a:prstGeom>
          <a:solidFill>
            <a:srgbClr val="F4F8F6"/>
          </a:solidFill>
          <a:ln w="15875">
            <a:solidFill>
              <a:srgbClr val="06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042F23"/>
                </a:solidFill>
                <a:latin typeface="Calibri"/>
              </a:rPr>
              <a:t>Gracias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5C4F54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1418"/>
                </a:solidFill>
                <a:latin typeface="Calibri"/>
              </a:rPr>
              <a:t>Preguntas y comentarios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C4F54"/>
                </a:solidFill>
                <a:latin typeface="Calibri"/>
              </a:rPr>
              <a:t>correo@uccuyo.edu.ar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5C4F54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C4F54"/>
                </a:solidFill>
                <a:latin typeface="Calibri"/>
              </a:rPr>
              <a:t>Exposición: hasta 10 minutos · Máximo 6 diapositivas · Carga hasta el 16 de septiembre de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